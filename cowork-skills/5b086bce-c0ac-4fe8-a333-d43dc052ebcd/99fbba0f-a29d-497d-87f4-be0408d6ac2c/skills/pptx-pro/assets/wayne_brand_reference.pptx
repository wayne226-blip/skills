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Here</a:t>
            </a:r>
            <a:r>
              <a:rPr lang="en-US" baseline="0" dirty="0" smtClean="0"/>
              <a:t> is a note</a:t>
            </a:r>
          </a:p>
          <a:p>
            <a:endParaRPr lang="en-US" baseline="0" dirty="0" smtClean="0"/>
          </a:p>
          <a:p>
            <a:r>
              <a:rPr lang="en-US" baseline="0" dirty="0" smtClean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</a:t>
            </a:r>
            <a:r>
              <a:rPr lang="en-US" baseline="0" dirty="0" smtClean="0"/>
              <a:t> speaker note on </a:t>
            </a:r>
            <a:r>
              <a:rPr lang="en-US" baseline="0" smtClean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b="1">
                <a:solidFill>
                  <a:srgbClr val="1E2761"/>
                </a:solidFill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solidFill>
                  <a:srgbClr val="2D3748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2D3748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>
                <a:solidFill>
                  <a:srgbClr val="2D3748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>
                <a:solidFill>
                  <a:srgbClr val="2D3748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>
                <a:solidFill>
                  <a:srgbClr val="2D3748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 b="1">
                <a:solidFill>
                  <a:srgbClr val="1E2761"/>
                </a:solidFill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solidFill>
                  <a:srgbClr val="2D3748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b="1">
                <a:solidFill>
                  <a:srgbClr val="1E2761"/>
                </a:solidFill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solidFill>
                  <a:srgbClr val="2D3748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2D3748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>
                <a:solidFill>
                  <a:srgbClr val="2D3748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>
                <a:solidFill>
                  <a:srgbClr val="2D3748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>
                <a:solidFill>
                  <a:srgbClr val="2D3748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solidFill>
                  <a:srgbClr val="2D3748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2D3748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>
                <a:solidFill>
                  <a:srgbClr val="2D3748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>
                <a:solidFill>
                  <a:srgbClr val="2D3748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>
                <a:solidFill>
                  <a:srgbClr val="2D3748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 b="1">
                <a:solidFill>
                  <a:srgbClr val="1E2761"/>
                </a:solidFill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solidFill>
                  <a:srgbClr val="2D3748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solidFill>
                  <a:srgbClr val="2D3748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2D3748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>
                <a:solidFill>
                  <a:srgbClr val="2D3748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>
                <a:solidFill>
                  <a:srgbClr val="2D3748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>
                <a:solidFill>
                  <a:srgbClr val="2D3748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solidFill>
                  <a:srgbClr val="2D3748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solidFill>
                  <a:srgbClr val="2D3748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2D3748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>
                <a:solidFill>
                  <a:srgbClr val="2D3748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>
                <a:solidFill>
                  <a:srgbClr val="2D3748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>
                <a:solidFill>
                  <a:srgbClr val="2D3748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b="1">
                <a:solidFill>
                  <a:srgbClr val="1E2761"/>
                </a:solidFill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b="1">
                <a:solidFill>
                  <a:srgbClr val="1E2761"/>
                </a:solidFill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>
                <a:solidFill>
                  <a:srgbClr val="2D3748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2D3748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>
                <a:solidFill>
                  <a:srgbClr val="2D3748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>
                <a:solidFill>
                  <a:srgbClr val="2D3748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>
                <a:solidFill>
                  <a:srgbClr val="2D3748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solidFill>
                  <a:srgbClr val="2D3748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b="1">
                <a:solidFill>
                  <a:srgbClr val="1E2761"/>
                </a:solidFill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solidFill>
                  <a:srgbClr val="2D3748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b="1">
                <a:solidFill>
                  <a:srgbClr val="1E2761"/>
                </a:solidFill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solidFill>
                  <a:srgbClr val="2D3748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2D3748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>
                <a:solidFill>
                  <a:srgbClr val="2D3748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>
                <a:solidFill>
                  <a:srgbClr val="2D3748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>
                <a:solidFill>
                  <a:srgbClr val="2D3748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 b="1">
                <a:solidFill>
                  <a:srgbClr val="1E2761"/>
                </a:solidFill>
                <a:latin typeface="Georgia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solidFill>
                  <a:srgbClr val="2D3748"/>
                </a:solidFill>
                <a:latin typeface="Calibri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2D3748"/>
                </a:solidFill>
                <a:latin typeface="Calibri"/>
              </a:rPr>
              <a:t>Second level</a:t>
            </a:r>
          </a:p>
          <a:p>
            <a:pPr lvl="2"/>
            <a:r>
              <a:rPr lang="en-US" smtClean="0">
                <a:solidFill>
                  <a:srgbClr val="2D3748"/>
                </a:solidFill>
                <a:latin typeface="Calibri"/>
              </a:rPr>
              <a:t>Third level</a:t>
            </a:r>
          </a:p>
          <a:p>
            <a:pPr lvl="3"/>
            <a:r>
              <a:rPr lang="en-US" smtClean="0">
                <a:solidFill>
                  <a:srgbClr val="2D3748"/>
                </a:solidFill>
                <a:latin typeface="Calibri"/>
              </a:rPr>
              <a:t>Fourth level</a:t>
            </a:r>
          </a:p>
          <a:p>
            <a:pPr lvl="4"/>
            <a:r>
              <a:rPr lang="en-US" smtClean="0">
                <a:solidFill>
                  <a:srgbClr val="2D3748"/>
                </a:solidFill>
                <a:latin typeface="Calibr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Presentation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Hello</a:t>
            </a:r>
            <a:r>
              <a:rPr lang="en-US" smtClean="0"/>
              <a:t>, world.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Section header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Some explanatory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 Title for Two-Content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Some content on </a:t>
            </a:r>
            <a:r>
              <a:rPr lang="en-US" smtClean="0"/>
              <a:t>the left.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Some content on the right.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4</cp:revision>
  <dcterms:created xsi:type="dcterms:W3CDTF">2017-06-05T14:10:58Z</dcterms:created>
  <dcterms:modified xsi:type="dcterms:W3CDTF">2019-04-05T11:11:56Z</dcterms:modified>
</cp:coreProperties>
</file>